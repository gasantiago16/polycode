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TUI already running on the other screen. One sentence: this is a terminal coding agent we host, not a website and not a LangChain demo. Then go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boxes, then stop. Isolation is BYOK + docker + no training-tier defaults — say that if someone asks 'how is this company-hosted.'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are the talk if the demo dies. Especially: we own the loop; we did not import LangGraph.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glass: each pane is a package. The law: core never imports a provider. TUI and HTTP both construct an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tour every package. Hit core, providers, graph. Mention Anthropic is native SDK, not AI SDK.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Modes: plan / ask / acceptEdits / yolo. Demo stays in ask, with a brief plan refuse. Repeat prompts lead with a = session always.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says 'LangGraph agents': /team is a workflow. /graph is the state machine. Same children, different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/graphs then /graph show demo then /graph demo …. research-implement is the two-node writer graph — do not run it on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Jared would use it again (4/5). The fail was chrome and bash-for-inventory. Teach a for session-always if a prompt pops.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/explore what is this repo? Cite packages/core and packages/graph. Full cheat sheet: docs/demo-script.md. If bash prompts, press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 (demo graph, parent graph tool, DAG, deck) may still be unmerged at talk time — say what's on the branch if so. Numbers are unit tests, not a live TTY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ask is to keep building this harness in-house — graphs on our loop, keys on our box.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pic>
        <p:nvPicPr>
          <p:cNvPr id="10" name="Image 0" descr="C:\Users\gasan\OneDrive\Dev\Projects\polycode\docs\forme\layer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0"/>
            <a:ext cx="5653735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37960" y="0"/>
            <a:ext cx="73152" cy="6858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365760"/>
            <a:ext cx="128016" cy="128016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292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 ·  0.1.0  ·  LOCAL TUI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HARNESS  /  WORK TALK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19202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polycode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548640" y="292608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coding agent we host.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loop. Many models.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48640" y="41148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sit on the loop. They are not a second agent framework, not LangChain, and not Grok Build cloud.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" y="5989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GASAN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91840" y="5989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·  SEP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POLYCODE </a:t>
            </a:r>
            <a:pPr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2926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IS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ONE BREATH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Claude-Code-shaped TUI on a provider-blind engine.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1737360"/>
            <a:ext cx="3611880" cy="416052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1737360"/>
            <a:ext cx="73152" cy="4160520"/>
          </a:xfrm>
          <a:prstGeom prst="rect">
            <a:avLst/>
          </a:prstGeom>
          <a:solidFill>
            <a:srgbClr val="8AAE8E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AA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23774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coding agent, local first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3154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 for Grok, Gemini, OpenAI, Muse, NIM, Qwen, Anthropic (native SDK)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9319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Depth-1 children, worktrees,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" y="4709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graphs with file checkpoints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1737360"/>
            <a:ext cx="3611880" cy="416052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1737360"/>
            <a:ext cx="73152" cy="4160520"/>
          </a:xfrm>
          <a:prstGeom prst="rect">
            <a:avLst/>
          </a:prstGeom>
          <a:solidFill>
            <a:srgbClr val="C45C4A"/>
          </a:solidFill>
          <a:ln/>
        </p:spPr>
      </p:sp>
      <p:sp>
        <p:nvSpPr>
          <p:cNvPr id="23" name="Text 21"/>
          <p:cNvSpPr/>
          <p:nvPr/>
        </p:nvSpPr>
        <p:spPr>
          <a:xfrm>
            <a:off x="4599432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4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99432" y="23774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LangChain / LangGraph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99432" y="3154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Grok Build cloud or Rhai workflows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99432" y="39319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multi-tenant hosted product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99432" y="4709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nested agent swarms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38160" y="1737360"/>
            <a:ext cx="3611880" cy="416052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38160" y="1737360"/>
            <a:ext cx="73152" cy="41605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0" name="Text 28"/>
          <p:cNvSpPr/>
          <p:nvPr/>
        </p:nvSpPr>
        <p:spPr>
          <a:xfrm>
            <a:off x="8394192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94192" y="23774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key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94192" y="3154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--network none + path jail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94192" y="39319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training-tier models by default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94192" y="4709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HTTP is a scaffold only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POLYCODE </a:t>
            </a:r>
            <a:pPr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2926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REFUSED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harness is the product. Wrappers are not.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16459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164592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 the tool loop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19933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SDK streams. We run tools. Permissions, redaction, and the dashboard only exist if we own that loop.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27432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Canonical types, vendor at the edge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090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never imports a provider SDK. Add a model by writing an adapter — not by forking the agent.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840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depth of children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1879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/ researcher / general / review. Children cannot spawn. Parent-only: task, graph.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493776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Deny before convenience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52852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paths beat a “safe” short-circuit. Env files are not process env. Safe is not skip-the-gate.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POLYCODE </a:t>
            </a:r>
            <a:pPr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2926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pic>
        <p:nvPicPr>
          <p:cNvPr id="12" name="Image 0" descr="C:\Users\gasan\OneDrive\Dev\Projects\polycode\docs\forme\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777240"/>
            <a:ext cx="5212080" cy="60807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138928" y="777240"/>
            <a:ext cx="73152" cy="60807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1"/>
          <p:cNvSpPr/>
          <p:nvPr/>
        </p:nvSpPr>
        <p:spPr>
          <a:xfrm>
            <a:off x="5440680" y="7772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LOOP, MANY SKINS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40680" y="107899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never talk to a vendor shape.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40680" y="173736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TUI / CLI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40680" y="19933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composer, /slash, y/a/n, dashboard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40680" y="24688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Agent.run()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40680" y="272491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→ tools → permission → sandbox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40680" y="320040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Canonical events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40680" y="345643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text_delta · tool_call · stop · error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40680" y="39319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adapter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40680" y="41879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AI-SDK-aware code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40680" y="46634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40680" y="491947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jail or docker --network none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440680" y="539496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/ team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40680" y="56509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+ checkpoints on that loop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POLYCODE </a:t>
            </a:r>
            <a:pPr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2926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MONOREPO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WORKSPACE  ·  NODE 20/22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Packages depend inward. core has no provider SDK.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1600200"/>
            <a:ext cx="3611880" cy="1353312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1600200"/>
            <a:ext cx="36118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8013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@polycode/core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22219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loop, permissions, spawn, compaction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1600200"/>
            <a:ext cx="3611880" cy="1353312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600200"/>
            <a:ext cx="36118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18013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@polycode/tools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26280" y="22219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glob, task, graph, …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1600200"/>
            <a:ext cx="3611880" cy="1353312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600200"/>
            <a:ext cx="36118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18013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@polycode/sandbox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22219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jail, docker, worktrees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108960"/>
            <a:ext cx="3611880" cy="1353312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108960"/>
            <a:ext cx="36118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3101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@polycode/providers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37307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SDK adapters only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43400" y="3108960"/>
            <a:ext cx="3611880" cy="1353312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43400" y="3108960"/>
            <a:ext cx="36118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33101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@polycode/tui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26280" y="37307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Ink, dashboard, statusline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38160" y="3108960"/>
            <a:ext cx="3611880" cy="1353312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8160" y="3108960"/>
            <a:ext cx="36118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6" name="Text 34"/>
          <p:cNvSpPr/>
          <p:nvPr/>
        </p:nvSpPr>
        <p:spPr>
          <a:xfrm>
            <a:off x="8321040" y="33101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@polycode/graph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21040" y="37307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edges, file checkpointer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4617720"/>
            <a:ext cx="3611880" cy="1353312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" y="4617720"/>
            <a:ext cx="36118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8188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@polycode/workflows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1520" y="52395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sequential / parallel budget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343400" y="4617720"/>
            <a:ext cx="3611880" cy="1353312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343400" y="4617720"/>
            <a:ext cx="36118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4" name="Text 42"/>
          <p:cNvSpPr/>
          <p:nvPr/>
        </p:nvSpPr>
        <p:spPr>
          <a:xfrm>
            <a:off x="4526280" y="48188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@polycode/secrets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26280" y="52395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keychain, allowlisted .env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138160" y="4617720"/>
            <a:ext cx="3611880" cy="1353312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138160" y="4617720"/>
            <a:ext cx="36118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8" name="Text 46"/>
          <p:cNvSpPr/>
          <p:nvPr/>
        </p:nvSpPr>
        <p:spPr>
          <a:xfrm>
            <a:off x="8321040" y="48188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@polycode/cli / server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321040" y="52395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dev  ·  POST /chat SSE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POLYCODE </a:t>
            </a:r>
            <a:pPr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2926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LOOP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REACT, NOT A HIDDEN SDK TOOL RUNNER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0789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stream. We execute the tools.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1691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1691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submit. Hooks can block.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2258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258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may pick cheap / strong / long.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28254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8254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provider.stream() → canonical events.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3924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tools parallel; writers sequential.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39593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9593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+ protect, then mode, then y/a/n.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4526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4526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sandbox.exec only. Output redacted.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50932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50932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85% context: elide, then summarize.</a:t>
            </a:r>
            <a:endParaRPr lang="en-US" sz="1500" dirty="0"/>
          </a:p>
        </p:txBody>
      </p:sp>
      <p:pic>
        <p:nvPicPr>
          <p:cNvPr id="28" name="Image 0" descr="C:\Users\gasan\OneDrive\Dev\Projects\polycode\docs\forme\lo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1600200"/>
            <a:ext cx="4251960" cy="33832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360920" y="512064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0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Permission order is a security feature.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POLYCODE </a:t>
            </a:r>
            <a:pPr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2926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ONE IS A FEATURE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Fan-out is not a graph. A graph is a graph.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1691640"/>
            <a:ext cx="3611880" cy="196596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1691640"/>
            <a:ext cx="73152" cy="19659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2331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tools. Can call task and graph. Statusline c:N while kids run.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1691640"/>
            <a:ext cx="3611880" cy="196596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691640"/>
            <a:ext cx="73152" cy="19659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4599432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 / researcher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99432" y="2331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(plus web for researcher). Safe for a live stage.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1691640"/>
            <a:ext cx="3611880" cy="196596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691640"/>
            <a:ext cx="73152" cy="19659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8394192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 / review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94192" y="2331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Writers. Two in one turn get git worktrees. Isolated permission engine.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3611880" cy="196596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840480"/>
            <a:ext cx="73152" cy="1965960"/>
          </a:xfrm>
          <a:prstGeom prst="rect">
            <a:avLst/>
          </a:prstGeom>
          <a:solidFill>
            <a:srgbClr val="8AAE8E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/team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4672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parallel explore + worktree implement + review. Budgeted. Not a DAG.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43400" y="3840480"/>
            <a:ext cx="3611880" cy="196596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43400" y="3840480"/>
            <a:ext cx="73152" cy="1965960"/>
          </a:xfrm>
          <a:prstGeom prst="rect">
            <a:avLst/>
          </a:prstGeom>
          <a:solidFill>
            <a:srgbClr val="8AAE8E"/>
          </a:solidFill>
          <a:ln/>
        </p:spPr>
      </p:sp>
      <p:sp>
        <p:nvSpPr>
          <p:cNvPr id="32" name="Text 30"/>
          <p:cNvSpPr/>
          <p:nvPr/>
        </p:nvSpPr>
        <p:spPr>
          <a:xfrm>
            <a:off x="4599432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/dashboard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99432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Peek, attach, kill. Last graph thread as a dim line. Ctrl+\.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38160" y="3840480"/>
            <a:ext cx="3611880" cy="196596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8160" y="3840480"/>
            <a:ext cx="73152" cy="1965960"/>
          </a:xfrm>
          <a:prstGeom prst="rect">
            <a:avLst/>
          </a:prstGeom>
          <a:solidFill>
            <a:srgbClr val="8AAE8E"/>
          </a:solidFill>
          <a:ln/>
        </p:spPr>
      </p:sp>
      <p:sp>
        <p:nvSpPr>
          <p:cNvPr id="36" name="Text 34"/>
          <p:cNvSpPr/>
          <p:nvPr/>
        </p:nvSpPr>
        <p:spPr>
          <a:xfrm>
            <a:off x="8394192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94192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live children, 32 finished GC, loops 15s–24h, max 4. No depth-2.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POLYCODE </a:t>
            </a:r>
            <a:pPr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2926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GRAPHS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LANGGRAPH-SHAPED  ·  ZERO LANGCHAIN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0789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State, edges, super-step, checkpointer — on our loop.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16002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object, replace or append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16002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spawnChild; prompt fills from state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2560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14600" y="2560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or if.field includes / equals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2560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Super-step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2560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ready nodes, Promise.all, then save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1460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.polycode/graph-runs/&lt;thread&gt;.json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3520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7532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/graph resume &lt;id&gt; continues the machine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617720"/>
            <a:ext cx="11064240" cy="1417320"/>
          </a:xfrm>
          <a:prstGeom prst="rect">
            <a:avLst/>
          </a:prstGeom>
          <a:solidFill>
            <a:srgbClr val="1C181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7365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A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GRAPH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029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   START → explore → __end__     explore-only, no worktree, 8 bullets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240" y="5440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graph tool · /graphs prints DAGs · onStep progress · dashboard last thread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POLYCODE </a:t>
            </a:r>
            <a:pPr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2926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SCARS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CRANKY UNTIL APPROVE  ·  THEN A BUDDY IN THE CHAIR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0789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tests are not UX. These were.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1645920"/>
            <a:ext cx="5532120" cy="196596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1645920"/>
            <a:ext cx="5532120" cy="54864"/>
          </a:xfrm>
          <a:prstGeom prst="rect">
            <a:avLst/>
          </a:prstGeom>
          <a:solidFill>
            <a:srgbClr val="E8A5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18745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.env as RCE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233172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every KEY=VALUE. NODE_OPTIONS could load attacker code. Fix: allowlist provider keys only.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645920"/>
            <a:ext cx="5532120" cy="196596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645920"/>
            <a:ext cx="5532120" cy="54864"/>
          </a:xfrm>
          <a:prstGeom prst="rect">
            <a:avLst/>
          </a:prstGeom>
          <a:solidFill>
            <a:srgbClr val="E8A54A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8745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skipped the jail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233172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of .env auto-allowed. Fix: deny and protect run first. Order of checks is the feature.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5532120" cy="196596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794760"/>
            <a:ext cx="5532120" cy="54864"/>
          </a:xfrm>
          <a:prstGeom prst="rect">
            <a:avLst/>
          </a:prstGeom>
          <a:solidFill>
            <a:srgbClr val="E8A54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233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Jared, permissions 2/5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448056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+ wc on Windows, then retries. /hepl looked like a crash. Fix: glob counts; a for session; system copy, not red unknown.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3794760"/>
            <a:ext cx="5532120" cy="196596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3794760"/>
            <a:ext cx="5532120" cy="54864"/>
          </a:xfrm>
          <a:prstGeom prst="rect">
            <a:avLst/>
          </a:prstGeom>
          <a:solidFill>
            <a:srgbClr val="E8A54A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0233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“We are LangGraph”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7960" y="448056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looked like a graph. It wasn’t. Fix: @polycode/graph — named honestly, implemented on the loop.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POLYCODE </a:t>
            </a:r>
            <a:pPr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2926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MODE  ·  NO YOLO  ·  NO --SERVE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0789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this. Don’t narrate over it.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1572768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157276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this repo?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78040" y="157276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 / grep / read — not bash + wc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28600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2860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/hepl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228600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not sent to the model. Did you mean /help?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2999232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299923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 plan, then try an edit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78040" y="299923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refused. Permissions are visible.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712464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371246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/graphs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78040" y="371246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DAGs, including demo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425696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425696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/graph demo how the loop works…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78040" y="442569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lines, child, checkpoint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5138928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513892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78040" y="513892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+ last graph thread. Statusline c:N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1C1816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6016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 /explore what is this repo?    ·    if bash prompts, press a (session)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POLYCODE </a:t>
            </a:r>
            <a:pPr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2926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SQUASH TO MAIN  ·  PRIVATE REPO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0789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in the open of our own git history.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1645920"/>
            <a:ext cx="2743200" cy="169164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#5–#10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8368" y="246888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through FORME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29000" y="1645920"/>
            <a:ext cx="2743200" cy="169164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538728" y="246888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next to the bug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1645920"/>
            <a:ext cx="2743200" cy="169164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19088" y="246888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cranky rounds to APPROVE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89720" y="1645920"/>
            <a:ext cx="2743200" cy="1691640"/>
          </a:xfrm>
          <a:prstGeom prst="rect">
            <a:avLst/>
          </a:prstGeom>
          <a:solidFill>
            <a:srgbClr val="1C1816"/>
          </a:solidFill>
          <a:ln/>
          <a:effectLst>
            <a:outerShdw sx="100000" sy="100000" kx="0" ky="0" algn="bl" rotWithShape="0" blurRad="101600" dist="25400" dir="54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8972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299448" y="246888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Jared: would use again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657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  company harness kernel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3657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  TUI / Grok / multi-agent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4297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  harden + beta logger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0" y="4297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  permission spam + /hepl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4937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  @polycode/graph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4937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 FORgasan narrative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C5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POLYCODE </a:t>
            </a:r>
            <a:pPr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F2EB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2926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9A9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 BACKLOG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0789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the loop we own. Don’t fake a cloud.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16916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16916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TTY is the real test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057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Terminal, a buddy, the survey. Vitest does not replace that.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27432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Hosted mode stays dark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108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exists. Tenant isolation does not. Do not bind it public.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79476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v1 has no cross-thread store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1605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facts stay in memory.md. Decide if that is enough.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846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484632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B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Smoke the other providers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52120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is an architecture claim. Prove it on Gemini and Muse, not only Grok.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polycode — company-hosted coding harness</dc:title>
  <dc:subject>Internal talk, 3 September 2026</dc:subject>
  <dc:creator>Gasan</dc:creator>
  <cp:lastModifiedBy>Gasan</cp:lastModifiedBy>
  <cp:revision>1</cp:revision>
  <dcterms:created xsi:type="dcterms:W3CDTF">2026-09-02T14:09:27Z</dcterms:created>
  <dcterms:modified xsi:type="dcterms:W3CDTF">2026-09-02T14:09:27Z</dcterms:modified>
</cp:coreProperties>
</file>